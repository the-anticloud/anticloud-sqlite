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SQLITE | Category: MOBILE</a:t>
            </a:r>
          </a:p>
          <a:p>
            <a:r>
              <a:rPr sz="1400"/>
              <a:t>Upstream: https://github.com/capacitor-community/sqlite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SQLITE.</a:t>
            </a:r>
          </a:p>
          <a:p>
            <a:r>
              <a:rPr sz="1400"/>
              <a:t>SQLite plugin for mobile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SQLITE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